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Prosty manual kont Mediculusa: pięć rodzajów kont, ścieżki zakładania, bramki pierwszego logowania i możliwości każdej roli.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Każde konto ma jeden rodzaj. Administrator nie może być jednocześnie pacjentem, specjalistą ani opiekunem. Bycie specjalistą lub opiekunem samo w sobie nie daje wglądu w dane żadnego pacjenta.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dla opiekuna: specjalista wystawia go dla swojego małoletniego pacjenta, a opiekun sam rejestruje się z tym kodem. Pacjent małoletni nie tworzy konta opiekuna — może tylko wysłać prośbę do istniejącego konta. Administrator nie tworzy kont w panelu: zatwierdza lub odrzuca specjalistów.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Obie zgody są obowiązkowe: przetwarzanie danych o zdrowiu (art. 9 RODO) oraz korzystanie z usług Fundacji Mediculus. Na stronie rejestracji nie ma opcji konta specjalisty.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musi być użyty z tym samym adresem e-mail, na który został wystawiony. Wystawiony kod specjalista może cofnąć, dopóki nie został wykorzystany. Dziecko może mieć tylko jedną oczekującą prośbę naraz.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Konto specjalisty może założyć tylko zatwierdzony specjalista, z dowolnego modułu. Specjalista musi być osobą pełnoletnią. Moduł wybrany przy zakładaniu decyduje o panelu: psychoterapeuta dostaje edytor technik DBT, psychodietetyk edytor technik psychodietetycznych. Dane o uczelni i dyplomie może później poprawić tylko administrator.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Bramki są sprawdzane w tej kolejności. Z każdej bramki można się wylogować, a usunięcie konta działa także na zablokowanym koncie. Na ekranie zmiany hasła jest też link do resetu hasła e-mailem.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Gdy zaproszenie się nie udaje, aplikacja zawsze pokazuje ten sam komunikat — nie zdradza, czy pod adresem istnieje konto pacjenta. Potwierdzenie nowego zaproszenia w danym module zastępuje poprzedniego specjalistę w tym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Moduł dietetyczny jest jakościowy: bez liczenia kalorii i ważenia jedzenia. Oceny 0–10 przy posiłku dotyczą emocji, nie jedzenia. Raporty są generowane z wpisów co tydzień. Numery kryzysowe widzi każdy, niezależnie od planu bezpieczeństwa.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rodzica ma dwie zakładki: Strona główna (z licznikiem oczekujących próśb) i Profil. Znacznik uwagi pojawia się, gdy ostatni raport tygodniowy ma co najmniej 3 dni z zachowaniami ryzykownymi. Panel rodzica jest wciąż rozbudowywany.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Dane kwalifikacji (uczelnia, kierunek, numer dyplomu) są w profilu tylko do odczytu. Techniki usuniętego specjalisty zostają opublikowane, bez autora.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Usunięcie konta w panelu wymaga przepisania potwierdzenia i jest trwałe: najpierw dane medyczne, potem dane identyfikacyjne. Zmiana adresu e-mail specjalisty wylogowuje go ze wszystkich urządzeń.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hasła, zmiana e-maila i usunięcie konta kończą wszystkie sesje. Prośba o reset zawsze kończy się tym samym komunikatem, żeby nie zdradzać, czy konto istnieje. Link zmiany e-maila trafia na nowy adres; samo otwarcie linku niczego nie zmienia.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Podsumowanie: rola konta wybiera panel, ale nie otwiera danych. Dane otwiera dopiero zaakceptowane powiązanie.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5120640" cy="5120640"/>
          </a:xfrm>
          <a:prstGeom prst="ellipse">
            <a:avLst/>
          </a:prstGeom>
          <a:solidFill>
            <a:srgbClr val="2B6F6C">
              <a:alpha val="65000"/>
            </a:srgbClr>
          </a:solidFill>
          <a:ln w="12700">
            <a:solidFill>
              <a:srgbClr val="2B6F6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566160"/>
            <a:ext cx="3108960" cy="3108960"/>
          </a:xfrm>
          <a:prstGeom prst="ellipse">
            <a:avLst/>
          </a:prstGeom>
          <a:solidFill>
            <a:srgbClr val="8FCFC9">
              <a:alpha val="30000"/>
            </a:srgbClr>
          </a:solidFill>
          <a:ln w="12700">
            <a:solidFill>
              <a:srgbClr val="8FCFC9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INSTRUKCJA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 w aplikacji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założyć każde konto, kto może je założyć i co można zrobić z jego poziomu.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RODZAJE KONT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Pięć rodzajów kont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Pacjent dorosły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Prowadzi dzienniczek psychoterapeutyczny i żywieniowy. Zakłada konto sam.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1691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Pacjent małoletni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poniżej 18 lat. Moduły odblokowuje dopiero akceptacja opiekuna.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27797" y="1691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Rodzic lub opiekun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Widzi tylko aktywność dziecka — nigdy treści wpisów ani raportów.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Specjalista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Moduł: psychoterapia albo dietetyka i psychodietetyka. Widzi raporty swoich pacjentów.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3977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Weryfikuje specjalistów, przegląda konta w bazie, usuwa konta.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127797" y="39776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2B6F6C"/>
          </a:solidFill>
          <a:ln w="12700">
            <a:solidFill>
              <a:srgbClr val="2B6F6C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Zasada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 nie daje dostępu do niczyich danych. Dostęp daje tylko zaakceptowane zaproszenie.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KOMU ZAKŁADA KONTO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Macierz zakładania kont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08760"/>
                <a:gridCol w="1600200"/>
                <a:gridCol w="1874520"/>
                <a:gridCol w="1600200"/>
                <a:gridCol w="149047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 zakłada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Pacjent dorosły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Pacjent małoletni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Opiekun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Specjalista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Gość — strona Rejestracja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6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6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tylko z kodem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Specjalista zatwierdzony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wystawia kod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6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Specjalista niezatwierdzony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Pacjent małoletni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prosi istniejące konto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 (panel)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zatwierdza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Serwer: create_admin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6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konto specjalisty powstaje bezpośrednio w bazie danych — w aplikacji nie da się go założyć.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ZAKŁADANIE KONTA · PACJENT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Pacjent rejestruje się sam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2B6F6C"/>
          </a:solidFill>
          <a:ln w="12700">
            <a:solidFill>
              <a:srgbClr val="2B6F6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64208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stronę Rejestracja i wybierz „Rodzaj konta”: Konto pacjenta albo Konto pacjenta małoletniego.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B6F6C"/>
          </a:solidFill>
          <a:ln w="12700">
            <a:solidFill>
              <a:srgbClr val="2B6F6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05456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Wpisz imię, nazwisko, datę urodzenia i adres e-mail.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548640" cy="548640"/>
          </a:xfrm>
          <a:prstGeom prst="ellipse">
            <a:avLst/>
          </a:prstGeom>
          <a:solidFill>
            <a:srgbClr val="2B6F6C"/>
          </a:solidFill>
          <a:ln w="12700">
            <a:solidFill>
              <a:srgbClr val="2B6F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46704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hasło (min. 8 znaków) i powtórz je.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548640" cy="548640"/>
          </a:xfrm>
          <a:prstGeom prst="ellipse">
            <a:avLst/>
          </a:prstGeom>
          <a:solidFill>
            <a:srgbClr val="2B6F6C"/>
          </a:solidFill>
          <a:ln w="12700">
            <a:solidFill>
              <a:srgbClr val="2B6F6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187952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Zaznacz obie wymagane zgody RODO.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102352"/>
            <a:ext cx="548640" cy="548640"/>
          </a:xfrm>
          <a:prstGeom prst="ellipse">
            <a:avLst/>
          </a:prstGeom>
          <a:solidFill>
            <a:srgbClr val="2B6F6C"/>
          </a:solidFill>
          <a:ln w="12700">
            <a:solidFill>
              <a:srgbClr val="2B6F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29200"/>
            <a:ext cx="5760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„Załóż konto”.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691640"/>
            <a:ext cx="4236415" cy="4206240"/>
          </a:xfrm>
          <a:prstGeom prst="roundRect">
            <a:avLst>
              <a:gd name="adj" fmla="val 2609"/>
            </a:avLst>
          </a:prstGeom>
          <a:solidFill>
            <a:srgbClr val="F1F5F4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Kontrola wieku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urodzenia musi pasować do rodzaju konta. Osoba poniżej 18 lat może założyć tylko konto małoletniego, dorosła — tylko konto pacjenta.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rejestracji małoletniego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od razu prowadzi na ekran „Powiązanie z opiekunem”. Do akceptacji opiekuna moduły są zablokowane.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ZAKŁADANIE KONTA · OPIEKUN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Opiekun — dwie ścieżki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64328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KONTO OPIEKUNA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Kod od specjalisty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Specjalista: Konta opiekunów → wybiera małoletniego pacjenta, wpisuje e-mail opiekuna → „Wystaw kod”.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(XXXX-XXXX-XXXX) jest pokazany raz i ważny 14 dni.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Opiekun: Rejestracja → „Konto rodzica lub opiekuna”, ten sam e-mail, pole „Kod od specjalisty”.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Powiązanie z dzieckiem jest od razu zaakceptowane.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1691640"/>
            <a:ext cx="5364328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ISTNIEJĄCE KONTO OPIEKUNA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Prośba od dziecka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Dziecko: ekran „Powiązanie z opiekunem” → e-mail opiekuna → „Wyślij prośbę”.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Opiekun: Panel rodzica → „Zaakceptuj” albo „Odrzuć”.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akceptacji dziecko ma dostęp do modułów.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opiekun dołącza kolejne dzieci.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kodu od specjalisty konta opiekuna nie da się założyć. Zaakceptowanego powiązania nie można później samodzielnie rozwiązać.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ZAKŁADANIE KONTA · SPECJALISTA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Specjalistę zakłada kolega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Kolega zakłada konto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Zakładka „Konta specjalistów”: imię, nazwisko, e-mail, data urodzenia, specjalizacja, uczelnia, kierunek, numer dyplomu i moduł → „Utwórz konto specjalisty”.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390824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Hasło tymczasowe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Pokazane jednorazowo jako „Hasło tymczasowe”. Przekaż je nowej osobie bezpiecznym kanałem.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Pierwsze logowanie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specjalista sam udziela zgód RODO i ustawia własne hasło.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075191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Weryfikacja admina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„Zatwierdź” — konto dostaje pełny panel. „Odrzuć” — konto zostaje usunięte.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zatwierdzenia specjalista widzi tylko ekran „Konto czeka na weryfikację” — nie zaprasza pacjentów, nie wystawia kodów, nie dodaje technik.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PIERWSZE LOGOWANIE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Bramki — sprawdzane po kolei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Zgody RODO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konto bez obu zgód. Zawsze nowe konta specjalisty i admina.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Wymagane zgody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390824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Własne hasło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z hasłem tymczasowym — specjaliści założeni przez kolegę.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 własne hasło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Opiekun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Pacjent małoletni bez zaakceptowanego opiekuna.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Powiązanie z opiekunem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075191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Weryfikacja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Specjalista, którego admin jeszcze nie zatwierdził.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czeka na weryfikację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Zgód nie może udzielić nikt w imieniu właściciela konta — także osoba, która je zakładała.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 DO DANYCH PACJENTA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Specjalista dostaje dostęp przez zaproszenie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Specjalista zaprasza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„Zaproś pacjenta” w panelu: wybiera moduł (psychoterapia lub dieta) i wpisuje e-mail pacjenta → „Zaproś”.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390824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Pacjent odpowiada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Karta „Zaproszenie od specjalisty”: „Potwierdzam” albo „Odrzuć”. Małoletni może odpowiedzieć jeszcze przed akceptacją opiekuna.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233008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Dostęp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widzi raporty tygodniowe pacjenta tylko z modułu zaproszenia. Treści dzienniczków nie widzi.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075191" y="16916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Koniec opieki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Opiekę kończy specjalista przyciskiem „Zakończ opiekę”. Pacjent nie wycofa potwierdzenia sam.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492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każdym module pacjent ma najwyżej jednego specjalistę. Gdy pacjent wycofa zgody RODO, specjalista przestaje widzieć raporty.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MOŻLIWOŚCI · PACJENT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może pacjent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PSYCHOTERAPIA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Dzisiejszy wpis w dzienniczku (tylko bieżący dzień)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dzienniczków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tygodniowe pn–nd, eksport PDF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i wykresy nastroju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 terapeutyczne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bezpieczeństwa — pisze i czyta tylko pacjent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78728" y="169164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DIETETYKA I PSYCHODIETETYKA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Posiłki z emocjami (tylko bieżący dzień)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Nawodnienie, suplementy i leki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Aktywność i sen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tygodniowe od pierwszego wpisu, PDF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 psychodietetyczne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zdrowotny i żywieniowy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zalogowaniu pacjent wybiera moduł na ekranie „Gdzie dzisiaj zaczynamy?”. Odpowiada też na zaproszenia od specjalistów.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MOŻLIWOŚCI · OPIEKUN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może opiekun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583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Widzi i robi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Akceptuje lub odrzuca prośby dzieci o powiązanie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Liczbę wpisów i serię dni „z rzędu” — dzienniczek i dieta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Datę ostatniego wpisu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Znacznik „Ostatni raport wymaga uwagi”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kiedy konto dziecka jest powiązane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91640"/>
            <a:ext cx="4236415" cy="4206240"/>
          </a:xfrm>
          <a:prstGeom prst="roundRect">
            <a:avLst>
              <a:gd name="adj" fmla="val 2609"/>
            </a:avLst>
          </a:prstGeom>
          <a:solidFill>
            <a:srgbClr val="2B6F6C"/>
          </a:solidFill>
          <a:ln w="12700">
            <a:solidFill>
              <a:srgbClr val="2B6F6C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 widzi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wpisów w dzienniczkach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raportów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 bezpieczeństwa</a:t>
            </a:r>
            <a:endParaRPr lang="en-US" sz="2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Żadnych ekranów pacjenta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Opiekun nie prowadzi własnego dzienniczka.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MOŻLIWOŚCI · SPECJALISTA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może specjalista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PACJENCI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pacjentów i oczekujących zaproszeń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Zaproś pacjenta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Raporty tygodniowe i PDF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Zakończ opiekę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Psychoterapeuta: edytor technik DBT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Psychodietetyk: edytor technik psychodietetycznych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od razu, bez szkiców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Edycja i usuwanie tylko własnych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7797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Zakładanie kont specjalistów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Kody dla opiekunów małoletnich pacjentów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Podgląd statusu założonych kont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nie widzi treści dzienniczków — tylko raporty tygodniowe pacjentów, którzy potwierdzili zaproszenie.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MOŻLIWOŚCI · ADMINISTRATOR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może administrator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WERYFIKACJA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specjalistów do weryfikacji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„Zatwierdź” — konto aktywne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„Odrzuć” — konto usunięte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38218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W BAZIE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Wyszukiwanie i filtr rodzaju konta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Edycja danych tylko kont specjalistów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Usunięcie dowolnego konta poza własnym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127797" y="169164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EDB"/>
            </a:solidFill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 wrap="square" lIns="177800" tIns="203200" rIns="203200" bIns="1778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I DZIENNIK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Sumy dla całej aplikacji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Dziennik działań — każdy odczyt i decyzja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2EEEC"/>
          </a:solidFill>
          <a:ln>
            <a:solidFill>
              <a:srgbClr val="E2EEEC"/>
            </a:solidFill>
          </a:ln>
        </p:spPr>
        <p:txBody>
          <a:bodyPr wrap="square" lIns="76200" tIns="203200" rIns="203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nie widzi treści dzienniczków, raportów ani profili zdrowotnych — z danych medycznych tylko sumy dla całej aplikacji.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Mediculus · manual kont ·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KONTO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Ustawienia wspólne dla wszystkich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Czynność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Gdzie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trzeba / co się dzieje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hasła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→ Zmień hasło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Obecne hasło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hasła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Logowanie → Nie pamiętam hasła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e-mailem, ważny 1 godzinę, jednorazowy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e-maila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→ Zmień adres e-mail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Hasło; zmiana dopiero po kliknięciu przycisku z linku na nowy adres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Wycofanie zgód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→ Twoje dane i zgody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Hasło; konto zablokowane, nic nie jest usuwane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Przywrócenie zgód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Ekran „Wymagane zgody”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hasła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Usunięcie konta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→ Usunięcie konta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Hasło; trwałe. Admin — tylko z serwera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6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840480"/>
            <a:ext cx="4023360" cy="402336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DE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NAJWAŻNIEJSZA ZASADA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Dostęp do danych daje tylko zaakceptowane zaproszenie — nigdy sama rola.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Specjalista widzi raporty po potwierdzeniu przez pacjenta. Opiekun widzi aktywność dziecka po akceptacji powiązania.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Mediculus — manual kont</dc:title>
  <dc:subject>PptxGenJS Presentation</dc:subject>
  <dc:creator>PptxGenJS</dc:creator>
  <cp:lastModifiedBy>PptxGenJS</cp:lastModifiedBy>
  <cp:revision>1</cp:revision>
  <dcterms:created xsi:type="dcterms:W3CDTF">2026-10-01T08:34:38Z</dcterms:created>
  <dcterms:modified xsi:type="dcterms:W3CDTF">2026-10-01T08:34:38Z</dcterms:modified>
</cp:coreProperties>
</file>